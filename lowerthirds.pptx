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0"/>
            <a:ext cx="12188952" cy="914400"/>
          </a:xfrm>
          <a:prstGeom prst="rect">
            <a:avLst/>
          </a:prstGeom>
          <a:gradFill rotWithShape="1">
            <a:gsLst>
              <a:gs pos="50000">
                <a:srgbClr val="6F0F11"/>
              </a:gs>
              <a:gs pos="100000">
                <a:srgbClr val="8F1F21"/>
              </a:gs>
            </a:gsLst>
            <a:lin scaled="0" ang="0"/>
          </a:gradFill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Joshua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867400"/>
            <a:ext cx="12188952" cy="7620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0"/>
            <a:ext cx="12188952" cy="914400"/>
          </a:xfrm>
          <a:prstGeom prst="rect">
            <a:avLst/>
          </a:prstGeom>
          <a:gradFill rotWithShape="1">
            <a:gsLst>
              <a:gs pos="50000">
                <a:srgbClr val="6F0F11"/>
              </a:gs>
              <a:gs pos="100000">
                <a:srgbClr val="8F1F21"/>
              </a:gs>
            </a:gsLst>
            <a:lin scaled="0" ang="0"/>
          </a:gradFill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Daniel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867400"/>
            <a:ext cx="12188952" cy="7620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0"/>
            <a:ext cx="12188952" cy="914400"/>
          </a:xfrm>
          <a:prstGeom prst="rect">
            <a:avLst/>
          </a:prstGeom>
          <a:gradFill rotWithShape="1">
            <a:gsLst>
              <a:gs pos="50000">
                <a:srgbClr val="6F0F11"/>
              </a:gs>
              <a:gs pos="100000">
                <a:srgbClr val="8F1F21"/>
              </a:gs>
            </a:gsLst>
            <a:lin scaled="0" ang="0"/>
          </a:gradFill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Rewis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867400"/>
            <a:ext cx="12188952" cy="7620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0"/>
            <a:ext cx="12188952" cy="914400"/>
          </a:xfrm>
          <a:prstGeom prst="rect">
            <a:avLst/>
          </a:prstGeom>
          <a:gradFill rotWithShape="1">
            <a:gsLst>
              <a:gs pos="50000">
                <a:srgbClr val="6F0F11"/>
              </a:gs>
              <a:gs pos="100000">
                <a:srgbClr val="8F1F21"/>
              </a:gs>
            </a:gsLst>
            <a:lin scaled="0" ang="0"/>
          </a:gradFill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Aron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867400"/>
            <a:ext cx="12188952" cy="7620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0"/>
            <a:ext cx="12188952" cy="914400"/>
          </a:xfrm>
          <a:prstGeom prst="rect">
            <a:avLst/>
          </a:prstGeom>
          <a:gradFill rotWithShape="1">
            <a:gsLst>
              <a:gs pos="50000">
                <a:srgbClr val="6F0F11"/>
              </a:gs>
              <a:gs pos="100000">
                <a:srgbClr val="8F1F21"/>
              </a:gs>
            </a:gsLst>
            <a:lin scaled="0" ang="0"/>
          </a:gradFill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Test5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867400"/>
            <a:ext cx="12188952" cy="7620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0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029200"/>
            <a:ext cx="12188952" cy="914400"/>
          </a:xfrm>
          <a:prstGeom prst="rect">
            <a:avLst/>
          </a:prstGeom>
          <a:gradFill rotWithShape="1">
            <a:gsLst>
              <a:gs pos="50000">
                <a:srgbClr val="6F0F11"/>
              </a:gs>
              <a:gs pos="100000">
                <a:srgbClr val="8F1F21"/>
              </a:gs>
            </a:gsLst>
            <a:lin scaled="0" ang="0"/>
          </a:gradFill>
        </p:spPr>
        <p:txBody>
          <a:bodyPr wrap="non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Test6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867400"/>
            <a:ext cx="12188952" cy="7620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