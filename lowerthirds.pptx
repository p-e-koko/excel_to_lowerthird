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336" r:id="rId79"/>
    <p:sldId id="337" r:id="rId80"/>
    <p:sldId id="338" r:id="rId81"/>
    <p:sldId id="339" r:id="rId82"/>
    <p:sldId id="340" r:id="rId83"/>
    <p:sldId id="341" r:id="rId84"/>
    <p:sldId id="342" r:id="rId85"/>
    <p:sldId id="343" r:id="rId86"/>
    <p:sldId id="344" r:id="rId87"/>
    <p:sldId id="345" r:id="rId88"/>
    <p:sldId id="346" r:id="rId89"/>
    <p:sldId id="347" r:id="rId90"/>
    <p:sldId id="348" r:id="rId91"/>
    <p:sldId id="349" r:id="rId92"/>
    <p:sldId id="350" r:id="rId93"/>
    <p:sldId id="351" r:id="rId94"/>
    <p:sldId id="352" r:id="rId95"/>
    <p:sldId id="353" r:id="rId96"/>
    <p:sldId id="354" r:id="rId97"/>
    <p:sldId id="355" r:id="rId98"/>
    <p:sldId id="356" r:id="rId99"/>
    <p:sldId id="357" r:id="rId100"/>
    <p:sldId id="358" r:id="rId101"/>
    <p:sldId id="359" r:id="rId102"/>
    <p:sldId id="360" r:id="rId103"/>
    <p:sldId id="361" r:id="rId104"/>
    <p:sldId id="362" r:id="rId105"/>
    <p:sldId id="363" r:id="rId106"/>
    <p:sldId id="364" r:id="rId107"/>
    <p:sldId id="365" r:id="rId108"/>
    <p:sldId id="366" r:id="rId109"/>
    <p:sldId id="367" r:id="rId110"/>
    <p:sldId id="368" r:id="rId111"/>
    <p:sldId id="369" r:id="rId112"/>
    <p:sldId id="370" r:id="rId113"/>
    <p:sldId id="371" r:id="rId114"/>
    <p:sldId id="372" r:id="rId115"/>
    <p:sldId id="373" r:id="rId116"/>
    <p:sldId id="374" r:id="rId117"/>
    <p:sldId id="375" r:id="rId118"/>
    <p:sldId id="376" r:id="rId119"/>
    <p:sldId id="377" r:id="rId120"/>
    <p:sldId id="378" r:id="rId121"/>
    <p:sldId id="379" r:id="rId122"/>
    <p:sldId id="380" r:id="rId123"/>
    <p:sldId id="381" r:id="rId124"/>
    <p:sldId id="382" r:id="rId125"/>
    <p:sldId id="383" r:id="rId126"/>
    <p:sldId id="384" r:id="rId127"/>
    <p:sldId id="385" r:id="rId128"/>
    <p:sldId id="386" r:id="rId129"/>
    <p:sldId id="387" r:id="rId130"/>
    <p:sldId id="388" r:id="rId131"/>
    <p:sldId id="389" r:id="rId132"/>
    <p:sldId id="390" r:id="rId133"/>
    <p:sldId id="391" r:id="rId134"/>
    <p:sldId id="392" r:id="rId135"/>
    <p:sldId id="393" r:id="rId136"/>
    <p:sldId id="394" r:id="rId137"/>
    <p:sldId id="395" r:id="rId138"/>
    <p:sldId id="396" r:id="rId139"/>
    <p:sldId id="397" r:id="rId140"/>
    <p:sldId id="398" r:id="rId141"/>
    <p:sldId id="399" r:id="rId142"/>
    <p:sldId id="400" r:id="rId143"/>
    <p:sldId id="401" r:id="rId144"/>
    <p:sldId id="402" r:id="rId145"/>
    <p:sldId id="403" r:id="rId146"/>
    <p:sldId id="404" r:id="rId147"/>
    <p:sldId id="405" r:id="rId148"/>
    <p:sldId id="406" r:id="rId149"/>
    <p:sldId id="407" r:id="rId150"/>
    <p:sldId id="408" r:id="rId151"/>
    <p:sldId id="409" r:id="rId152"/>
    <p:sldId id="410" r:id="rId153"/>
    <p:sldId id="411" r:id="rId154"/>
    <p:sldId id="412" r:id="rId155"/>
    <p:sldId id="413" r:id="rId156"/>
    <p:sldId id="414" r:id="rId157"/>
    <p:sldId id="415" r:id="rId158"/>
    <p:sldId id="416" r:id="rId159"/>
    <p:sldId id="417" r:id="rId160"/>
    <p:sldId id="418" r:id="rId161"/>
    <p:sldId id="419" r:id="rId162"/>
    <p:sldId id="420" r:id="rId163"/>
    <p:sldId id="421" r:id="rId164"/>
    <p:sldId id="422" r:id="rId165"/>
    <p:sldId id="423" r:id="rId166"/>
    <p:sldId id="424" r:id="rId167"/>
    <p:sldId id="425" r:id="rId168"/>
    <p:sldId id="426" r:id="rId169"/>
    <p:sldId id="427" r:id="rId170"/>
    <p:sldId id="428" r:id="rId171"/>
    <p:sldId id="429" r:id="rId172"/>
    <p:sldId id="430" r:id="rId173"/>
    <p:sldId id="431" r:id="rId174"/>
    <p:sldId id="432" r:id="rId175"/>
    <p:sldId id="433" r:id="rId176"/>
    <p:sldId id="434" r:id="rId177"/>
    <p:sldId id="435" r:id="rId178"/>
    <p:sldId id="436" r:id="rId179"/>
    <p:sldId id="437" r:id="rId180"/>
    <p:sldId id="438" r:id="rId181"/>
    <p:sldId id="439" r:id="rId182"/>
    <p:sldId id="440" r:id="rId183"/>
    <p:sldId id="441" r:id="rId184"/>
    <p:sldId id="442" r:id="rId185"/>
    <p:sldId id="443" r:id="rId186"/>
    <p:sldId id="444" r:id="rId187"/>
    <p:sldId id="445" r:id="rId188"/>
    <p:sldId id="446" r:id="rId189"/>
    <p:sldId id="447" r:id="rId190"/>
    <p:sldId id="448" r:id="rId191"/>
    <p:sldId id="449" r:id="rId192"/>
    <p:sldId id="450" r:id="rId193"/>
    <p:sldId id="451" r:id="rId194"/>
    <p:sldId id="452" r:id="rId195"/>
    <p:sldId id="453" r:id="rId196"/>
    <p:sldId id="454" r:id="rId197"/>
    <p:sldId id="455" r:id="rId198"/>
    <p:sldId id="456" r:id="rId199"/>
    <p:sldId id="457" r:id="rId200"/>
    <p:sldId id="458" r:id="rId201"/>
    <p:sldId id="459" r:id="rId202"/>
    <p:sldId id="460" r:id="rId203"/>
    <p:sldId id="461" r:id="rId204"/>
    <p:sldId id="462" r:id="rId205"/>
    <p:sldId id="463" r:id="rId206"/>
  </p:sldIdLst>
  <p:sldSz cx="18288000" cy="10287000"/>
  <p:notesSz cx="6858000" cy="9144000"/>
  <p:embeddedFontLst>
    <p:embeddedFont>
      <p:font typeface="Anton" pitchFamily="2" charset="0"/>
      <p:regular r:id="rId20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B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521" autoAdjust="0"/>
  </p:normalViewPr>
  <p:slideViewPr>
    <p:cSldViewPr>
      <p:cViewPr varScale="1">
        <p:scale>
          <a:sx n="58" d="100"/>
          <a:sy n="58" d="100"/>
        </p:scale>
        <p:origin x="44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font" Target="fonts/font1.fntdata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viewProps" Target="viewProps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theme" Target="theme/theme1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tableStyles" Target="tableStyle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44D95-EE7B-96E6-747B-7E116D4A1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Donald Bapi Das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  <p:extLst>
      <p:ext uri="{BB962C8B-B14F-4D97-AF65-F5344CB8AC3E}">
        <p14:creationId xmlns:p14="http://schemas.microsoft.com/office/powerpoint/2010/main" val="1655490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Praphat Romchan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May Sandar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Te Phyu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Li, Ran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Mi Nan Thazin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Le Thi Yen Nhi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Emalie Grace Wilson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Dal Za Kap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Julina Diwayan Dolliente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Liu, Hannie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Imanuel Raja Gelora Sianturi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Liu, Rui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Theresa Zevanya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Soksariya Thorn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Naw April Chue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Pau Khan Dongh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Sasina SuMr.anjai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Sorawit Ngiamdon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Tanisa Kaesonkatika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Chawallak SayaMr.atkaenthai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Pronsawan Meechaiphatthanasit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Boontita  Moolkaew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Suparat Kasetsuktaworn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Phimpaka  Khamphiwatthana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Thanyaporn Thaorungrot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Panisa Saethao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Khunut  Pradidrungrot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Noree Yongyang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Paweerat Laosanthia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Kanjana Saeher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Phira-on  Thaenkham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Kannisa Duangpheng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Kamonchanok Khantachumpo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Phawana Panyachan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Manichan  Sriya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Sunee  Sangadsakon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Thawin  Sae-jiang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Pimwilai Phansakunbut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Chatdao Saelee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Pattaraporn Saelee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Ratthasert Watthanasuthon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Sirithon Krachomthong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Phongphon Wiriyasongsaeng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Natnicha Nimit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Atiwat Saengsing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Sowa Manaspipat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Sirisak Chanpen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Mili Verma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Krisada Wongsate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Gamolchat Wananiwet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Nguyen Hoang Anh Duy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Zhang, Zijia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Saw Lincoln Thawda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Ja Seng Lung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Min Htet Nyunt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Simon Raja Sianturi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Zheng, Zihao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Glyzel Kate Belnas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Atittaya Aekyuenyong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Hao, Xingyuan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Sokhey  Ruon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Jue Naung Say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Porye Ha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Thipphaya Sihalath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Solamon -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Napassakorn Ngaopet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Anuwat Sirikan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Aseneta Bodonyi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Supassara Ritthitraiphop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Zheng, Linhui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Seila Myers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Visa Soeuy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Wang, Mengxuan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Zhang, Qingyun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Zet San Mai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Nan Nwe Nwe Aye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Khin Rupar Htut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Wong Ka Sheng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Naw Daisy Tun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Wint Moh Theint Theint Tun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Naw Htee Lah Paw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Saw Say Eh Hser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Naw Si Si Say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Naruemon Daopradapfa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Naw Alma Say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Vung Sian Kim Hung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Naw Eh Lo Htoo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Sabel Su Hlaing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Jenjira Prapasavanaree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Khin Yu Mon Soe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Sreyna Pork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Nang Htet Htet Hlaing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Nant Aye Hnin Phyu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Saw Chit Lay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Saw Yu Htaw Htaw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Su Mon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Zaw Min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Priyesh Kumar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Reuben Fretten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Enowell Danieyl Eddy Bingku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Elyoenai Miguelta Christoper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Niu, Boen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Thanawat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Sakkarin Suwiboonsub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Johann @ Thant Zin Aung Hla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Khunakorn Phaibunsin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Sameh Abdelmalek Said Gerges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Abel Obed Brown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Aldrina Chelsea Anthoney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Margaret Ciin San Lun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Niang Lian Cing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Niang Suan Dim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Nan Myat Hnin Phwe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Thang Mun Lian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Jim Nathan Galicia Carado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Saw O Moo Gay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Shin Yamone Oo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Makara Nee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Naw Seint Sam Moe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Panuwat Hemthong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Pha Sai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นาย ภาณุมาศ ศรีสุข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พาฝัน นาคอนุเคราะห์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อริสรา สมชาติ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กนกวรรณ พรหมทา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กมลทิพย์ เกียรติยรรยง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วันศิริ  แซ่ย่าง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พินิดา พงศธรกรกุล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กนกวลัย สาลาด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นาย ชยพล สุดตาด้วง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นาย บวรศักดิ์  บุญอุ้ม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ปณิตา พริ้งพร้อม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น้ำทิพย์ ใฝ่เอกภพ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รุ่งไพลิน สืบทายาท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จิตรลดา โพโสภา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นริสรา หริ่งระรี่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เมษยา พรมสะอาด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กลิ่นขวัญ แสนหาญ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วันวิสา สุขใส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กชพร กูลา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กตตวรรณ เกตสงกา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กมลรัตน์ ลีลาศีลธรรม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นาย กิตติพงศ์ แซ่ลี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กีรติ วชิระวงศ์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กุลนิภา ปะวรรณรัมย์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จันจิรา ยะมะโน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นาย ชนะชัย เลาโซ้ง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ชลิตา ศิวิไล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ณภทรพร เครือเสน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ณัฏฐณิชา  คามวาศรี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ณัฐณิชา อุ่นจันทึก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ณัฐรินีย์ พลวงศ์ษา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ณิชกานต์ ขอเสงี่ยม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นาย ธีรณัฏฐ์  โพธิ์เขียว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ปรียาภา  มิ่งขวัญสิริสกุล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ปวิตราพร  อิ่มผล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พรรวษา ดวงสนิท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พัชรพร ปราบอภัย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ภัชฌิยาภรณ์ ลอยศักดิ์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เรด้า ขุนแสงเอราวัณ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รัตนาวลี นันกระโทก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วณารัตน์  แจ่มเล็ก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วรัชญ์ นามวงษา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วันนาเดีย  เชษฐดิลก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วิลาวัลย์ สุริยะ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วิลาสินี ฐิติภัทรานนท์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ศรินยากรณ์ ยาดี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ศศิกานต์  ฮ่อบรรทัด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มนินธ์ปภา จันทะนะ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ศิริพร ปอเลอ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นาย ศิวัช  พัฒนาคีรีกุล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ศุภิสรา คำแสน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สมัชญา เฮ่อชินคุปต์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สาธิตา  พอกพูนดี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สุฐิญา นงค์ภา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สุธิรัตน์ อักษร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สุพิชฌาย์ ภู่ระหงษ์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อรอุมา สังขพันธ์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อาริญา ก้อมมังกร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นางสาว กันติชา  เครือวงศ์วัฒน์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นาย วทัญญู เลาหาง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Oo Wen Xuan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Chhaina Born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Deshay Rach  Anak Elvis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Chan Tin  Loi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Eric Sanjai Dingun  A/L Balachandar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Pendy Anak Melan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Dennis Joshua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Cissy Donna Anak Joe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Napad Pitupumikreeree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Suchat Tharapasook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Sorawit Kula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Li, Chenglin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Nhkum Nan Mai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Purit Itsaringkarn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Salem Tesfalem Hagos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George Swan Htet Aung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Tiara Skau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Janelisha  Jesly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Nicely Gracia Andrea Hadjo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Chonnikarn Ngamlord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Mr. Lang Ting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40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Naw Khu Hser Moo</a:t>
            </a:r>
            <a:endParaRPr lang="en-US" sz="40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BE49B4-04A8-EDD6-A60B-4AC57762C1C6}"/>
              </a:ext>
            </a:extLst>
          </p:cNvPr>
          <p:cNvSpPr/>
          <p:nvPr/>
        </p:nvSpPr>
        <p:spPr>
          <a:xfrm>
            <a:off x="0" y="2005"/>
            <a:ext cx="18440400" cy="10287000"/>
          </a:xfrm>
          <a:prstGeom prst="rect">
            <a:avLst/>
          </a:prstGeom>
          <a:solidFill>
            <a:srgbClr val="6EB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D7C1AD-B52C-60B4-B6F4-2B3CD914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50"/>
            <a:ext cx="18440400" cy="103727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97F092D-C49B-6519-D519-5EB79E5DD229}"/>
              </a:ext>
            </a:extLst>
          </p:cNvPr>
          <p:cNvSpPr txBox="1"/>
          <p:nvPr/>
        </p:nvSpPr>
        <p:spPr>
          <a:xfrm>
            <a:off x="2916370" y="7769973"/>
            <a:ext cx="10571029" cy="77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3600" dirty="0">
                <a:solidFill>
                  <a:srgbClr val="18345E"/>
                </a:solidFill>
                <a:latin typeface="Anton" pitchFamily="2" charset="77"/>
                <a:ea typeface="Impact"/>
                <a:cs typeface="Impact"/>
                <a:sym typeface="Impact"/>
              </a:rPr>
              <a:t>Ms. Tendai Moreblessing Javangwe</a:t>
            </a:r>
            <a:endParaRPr lang="en-US" sz="3600" dirty="0">
              <a:solidFill>
                <a:srgbClr val="1DC0DC"/>
              </a:solidFill>
              <a:latin typeface="Anton" pitchFamily="2" charset="77"/>
              <a:ea typeface="Impact"/>
              <a:cs typeface="Impact"/>
              <a:sym typeface="Impac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0829AF-DF85-7735-886C-73EE9EE1C51C}"/>
              </a:ext>
            </a:extLst>
          </p:cNvPr>
          <p:cNvSpPr txBox="1"/>
          <p:nvPr/>
        </p:nvSpPr>
        <p:spPr>
          <a:xfrm>
            <a:off x="2916371" y="8724900"/>
            <a:ext cx="32678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Calibri" panose="020F0502020204030204" pitchFamily="34" charset="0"/>
                <a:ea typeface="Titillium Web"/>
                <a:cs typeface="Calibri" panose="020F0502020204030204" pitchFamily="34" charset="0"/>
                <a:sym typeface="Titillium Web"/>
              </a:rPr>
              <a:t>Graduands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1195</Words>
  <Application>Microsoft Office PowerPoint</Application>
  <PresentationFormat>Custom</PresentationFormat>
  <Paragraphs>410</Paragraphs>
  <Slides>205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205</vt:i4>
      </vt:variant>
    </vt:vector>
  </HeadingPairs>
  <TitlesOfParts>
    <vt:vector size="209" baseType="lpstr">
      <vt:lpstr>Calibri</vt:lpstr>
      <vt:lpstr>Arial</vt:lpstr>
      <vt:lpstr>Anton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Banner Livestream</dc:title>
  <cp:lastModifiedBy>Pann Ei Ko Ko</cp:lastModifiedBy>
  <cp:revision>5</cp:revision>
  <dcterms:created xsi:type="dcterms:W3CDTF">2006-08-16T00:00:00Z</dcterms:created>
  <dcterms:modified xsi:type="dcterms:W3CDTF">2026-05-22T09:24:21Z</dcterms:modified>
  <dc:identifier>DAHKDZ-3pKg</dc:identifier>
</cp:coreProperties>
</file>