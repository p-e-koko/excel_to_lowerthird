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455" r:id="rId10"/>
    <p:sldId id="456" r:id="rId11"/>
    <p:sldId id="457" r:id="rId12"/>
    <p:sldId id="458" r:id="rId13"/>
    <p:sldId id="459" r:id="rId14"/>
    <p:sldId id="46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84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0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04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0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6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68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22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49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777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342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738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E4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CA98C9-B594-47E7-B974-218B63804069}" type="datetimeFigureOut">
              <a:rPr lang="en-US" smtClean="0"/>
              <a:t>5/23/2025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9832D-4A27-4D9A-A452-8124649BE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08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336EAF9-48B5-AC8A-19A6-05EAD01885FF}"/>
              </a:ext>
            </a:extLst>
          </p:cNvPr>
          <p:cNvGrpSpPr/>
          <p:nvPr/>
        </p:nvGrpSpPr>
        <p:grpSpPr>
          <a:xfrm>
            <a:off x="0" y="5218042"/>
            <a:ext cx="12192000" cy="1158162"/>
            <a:chOff x="0" y="5218047"/>
            <a:chExt cx="12192000" cy="11559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A8BD71DB-98E8-162F-FF71-89713FE68AA1}"/>
                </a:ext>
              </a:extLst>
            </p:cNvPr>
            <p:cNvSpPr/>
            <p:nvPr/>
          </p:nvSpPr>
          <p:spPr>
            <a:xfrm>
              <a:off x="0" y="6179864"/>
              <a:ext cx="12192000" cy="194103"/>
            </a:xfrm>
            <a:prstGeom prst="rect">
              <a:avLst/>
            </a:prstGeom>
            <a:solidFill>
              <a:srgbClr val="EAC954"/>
            </a:solidFill>
            <a:effectLst>
              <a:outerShdw blurRad="50800" dist="38100" dir="5400000" algn="t" rotWithShape="0">
                <a:prstClr val="black">
                  <a:alpha val="26000"/>
                </a:prst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30FCA9-EABA-CD1B-03C0-0B3D319835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268902"/>
              <a:ext cx="12192000" cy="993242"/>
            </a:xfrm>
            <a:prstGeom prst="rect">
              <a:avLst/>
            </a:prstGeom>
            <a:effectLst/>
          </p:spPr>
        </p:pic>
        <p:grpSp>
          <p:nvGrpSpPr>
            <p:cNvPr id="16" name="Group 15" hidden="1">
              <a:extLst>
                <a:ext uri="{FF2B5EF4-FFF2-40B4-BE49-F238E27FC236}">
                  <a16:creationId xmlns:a16="http://schemas.microsoft.com/office/drawing/2014/main" id="{4CAA1D4A-FF23-AED3-8794-9D578817701B}"/>
                </a:ext>
              </a:extLst>
            </p:cNvPr>
            <p:cNvGrpSpPr/>
            <p:nvPr/>
          </p:nvGrpSpPr>
          <p:grpSpPr>
            <a:xfrm>
              <a:off x="388375" y="5218047"/>
              <a:ext cx="1693820" cy="961816"/>
              <a:chOff x="441439" y="5085942"/>
              <a:chExt cx="1663180" cy="1032954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B9D67E3-602F-7098-2259-2BA3EC4C4B01}"/>
                  </a:ext>
                </a:extLst>
              </p:cNvPr>
              <p:cNvSpPr txBox="1"/>
              <p:nvPr/>
            </p:nvSpPr>
            <p:spPr>
              <a:xfrm rot="21384788">
                <a:off x="522407" y="5085942"/>
                <a:ext cx="14551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reestyle Script" panose="030804020302050B0404" pitchFamily="66" charset="0"/>
                    <a:ea typeface="+mn-ea"/>
                    <a:cs typeface="Dreaming Outloud Script Pro" panose="020F0502020204030204" pitchFamily="66" charset="0"/>
                  </a:rPr>
                  <a:t>Graduating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eestyle Script" panose="030804020302050B0404" pitchFamily="66" charset="0"/>
                  <a:ea typeface="+mn-ea"/>
                  <a:cs typeface="Dreaming Outloud Script Pro" panose="020F0502020204030204" pitchFamily="66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D4CF51-1B76-8186-E6B4-0EBAF7C4B6B1}"/>
                  </a:ext>
                </a:extLst>
              </p:cNvPr>
              <p:cNvSpPr txBox="1"/>
              <p:nvPr/>
            </p:nvSpPr>
            <p:spPr>
              <a:xfrm>
                <a:off x="441439" y="5420992"/>
                <a:ext cx="148890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CLASS OF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259B4D0-357A-426E-0AC6-B5634C8D3AA5}"/>
                  </a:ext>
                </a:extLst>
              </p:cNvPr>
              <p:cNvSpPr txBox="1"/>
              <p:nvPr/>
            </p:nvSpPr>
            <p:spPr>
              <a:xfrm>
                <a:off x="506426" y="5718786"/>
                <a:ext cx="15981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2023-2024</a:t>
                </a:r>
              </a:p>
            </p:txBody>
          </p:sp>
        </p:grpSp>
        <p:pic>
          <p:nvPicPr>
            <p:cNvPr id="17" name="Picture 16" descr="A picture containing ax&#10;&#10;Description automatically generated" hidden="1">
              <a:extLst>
                <a:ext uri="{FF2B5EF4-FFF2-40B4-BE49-F238E27FC236}">
                  <a16:creationId xmlns:a16="http://schemas.microsoft.com/office/drawing/2014/main" id="{DFBB3726-35E1-38B8-2183-DD4A9F8879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13644" y="5461171"/>
              <a:ext cx="608004" cy="713131"/>
            </a:xfrm>
            <a:prstGeom prst="rect">
              <a:avLst/>
            </a:prstGeom>
          </p:spPr>
        </p:pic>
        <p:sp>
          <p:nvSpPr>
            <p:cNvPr id="14" name="Name">
              <a:extLst>
                <a:ext uri="{FF2B5EF4-FFF2-40B4-BE49-F238E27FC236}">
                  <a16:creationId xmlns:a16="http://schemas.microsoft.com/office/drawing/2014/main" id="{47CD8718-3F34-CD0C-2FEF-5088032DF50A}"/>
                </a:ext>
              </a:extLst>
            </p:cNvPr>
            <p:cNvSpPr txBox="1"/>
            <p:nvPr/>
          </p:nvSpPr>
          <p:spPr>
            <a:xfrm>
              <a:off x="581290" y="5570987"/>
              <a:ext cx="11124038" cy="460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50800" dist="50800" dir="5400000" algn="ctr" rotWithShape="0">
                      <a:prstClr val="black">
                        <a:alpha val="52000"/>
                      </a:prstClr>
                    </a:outerShdw>
                  </a:effectLst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</a:t>
              </a:r>
            </a:p>
          </p:txBody>
        </p:sp>
      </p:grpSp>
      <p:grpSp>
        <p:nvGrpSpPr>
          <p:cNvPr id="40" name="Group 39" hidden="1">
            <a:extLst>
              <a:ext uri="{FF2B5EF4-FFF2-40B4-BE49-F238E27FC236}">
                <a16:creationId xmlns:a16="http://schemas.microsoft.com/office/drawing/2014/main" id="{179184C7-6AA5-9638-2692-50E6B2F8D47D}"/>
              </a:ext>
            </a:extLst>
          </p:cNvPr>
          <p:cNvGrpSpPr/>
          <p:nvPr/>
        </p:nvGrpSpPr>
        <p:grpSpPr>
          <a:xfrm>
            <a:off x="-9314" y="5220290"/>
            <a:ext cx="2113281" cy="1155920"/>
            <a:chOff x="383951" y="2620494"/>
            <a:chExt cx="2113281" cy="115592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F4044AE-86FB-DF5D-0062-06D573045038}"/>
                </a:ext>
              </a:extLst>
            </p:cNvPr>
            <p:cNvSpPr/>
            <p:nvPr/>
          </p:nvSpPr>
          <p:spPr>
            <a:xfrm>
              <a:off x="383951" y="3582311"/>
              <a:ext cx="2113281" cy="194103"/>
            </a:xfrm>
            <a:prstGeom prst="rect">
              <a:avLst/>
            </a:prstGeom>
            <a:solidFill>
              <a:srgbClr val="EAC954"/>
            </a:solidFill>
            <a:effectLst>
              <a:outerShdw blurRad="50800" dist="38100" dir="5400000" algn="t" rotWithShape="0">
                <a:prstClr val="black">
                  <a:alpha val="26000"/>
                </a:prstClr>
              </a:outerShdw>
            </a:effectLst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036909C-CF45-6A9D-EEBF-8C306BBC1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3951" y="2671349"/>
              <a:ext cx="2113281" cy="993242"/>
            </a:xfrm>
            <a:prstGeom prst="rect">
              <a:avLst/>
            </a:prstGeom>
            <a:effectLst/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1F1CC90-5945-B370-3D27-18F200E89F91}"/>
                </a:ext>
              </a:extLst>
            </p:cNvPr>
            <p:cNvGrpSpPr/>
            <p:nvPr/>
          </p:nvGrpSpPr>
          <p:grpSpPr>
            <a:xfrm>
              <a:off x="772326" y="2620494"/>
              <a:ext cx="1564442" cy="989371"/>
              <a:chOff x="441439" y="5085942"/>
              <a:chExt cx="1536142" cy="1062547"/>
            </a:xfrm>
          </p:grpSpPr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7DC7DEF-4156-874C-A06E-B3252A5E09A8}"/>
                  </a:ext>
                </a:extLst>
              </p:cNvPr>
              <p:cNvSpPr txBox="1"/>
              <p:nvPr/>
            </p:nvSpPr>
            <p:spPr>
              <a:xfrm rot="21384788">
                <a:off x="522407" y="5085942"/>
                <a:ext cx="145517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reestyle Script" panose="030804020302050B0404" pitchFamily="66" charset="0"/>
                    <a:ea typeface="+mn-ea"/>
                    <a:cs typeface="Dreaming Outloud Script Pro" panose="020F0502020204030204" pitchFamily="66" charset="0"/>
                  </a:rPr>
                  <a:t>Graduating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reestyle Script" panose="030804020302050B0404" pitchFamily="66" charset="0"/>
                  <a:ea typeface="+mn-ea"/>
                  <a:cs typeface="Dreaming Outloud Script Pro" panose="020F0502020204030204" pitchFamily="66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667C46A-1B81-27AD-F741-64E9EEF39BFA}"/>
                  </a:ext>
                </a:extLst>
              </p:cNvPr>
              <p:cNvSpPr txBox="1"/>
              <p:nvPr/>
            </p:nvSpPr>
            <p:spPr>
              <a:xfrm>
                <a:off x="441439" y="5420992"/>
                <a:ext cx="1488907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CLASS OF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F145F92-F10E-9D78-4B32-22B9D86F92B9}"/>
                  </a:ext>
                </a:extLst>
              </p:cNvPr>
              <p:cNvSpPr txBox="1"/>
              <p:nvPr/>
            </p:nvSpPr>
            <p:spPr>
              <a:xfrm>
                <a:off x="506426" y="5718786"/>
                <a:ext cx="1284478" cy="429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2024</a:t>
                </a:r>
              </a:p>
            </p:txBody>
          </p:sp>
        </p:grpSp>
      </p:grpSp>
      <p:pic>
        <p:nvPicPr>
          <p:cNvPr id="21" name="Picture 20" descr="A close up of flowers&#10;&#10;Description automatically generated with low confidence">
            <a:extLst>
              <a:ext uri="{FF2B5EF4-FFF2-40B4-BE49-F238E27FC236}">
                <a16:creationId xmlns:a16="http://schemas.microsoft.com/office/drawing/2014/main" id="{E68DA34D-3EC8-AC50-06A2-9225EB820E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579212">
            <a:off x="9868907" y="4265479"/>
            <a:ext cx="3250636" cy="2582449"/>
          </a:xfrm>
          <a:prstGeom prst="rect">
            <a:avLst/>
          </a:prstGeom>
          <a:noFill/>
        </p:spPr>
      </p:pic>
      <p:pic>
        <p:nvPicPr>
          <p:cNvPr id="20" name="Picture 19" descr="A close up of flowers&#10;&#10;Description automatically generated with low confidence">
            <a:extLst>
              <a:ext uri="{FF2B5EF4-FFF2-40B4-BE49-F238E27FC236}">
                <a16:creationId xmlns:a16="http://schemas.microsoft.com/office/drawing/2014/main" id="{49996693-0287-B48C-FD54-0BC6515E7B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75473">
            <a:off x="-930772" y="4810747"/>
            <a:ext cx="3250636" cy="25824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05221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9C67ECBDBE2B0448B880705BE94987C" ma:contentTypeVersion="16" ma:contentTypeDescription="Create a new document." ma:contentTypeScope="" ma:versionID="8ab3cc323974e07f6dbf9fa9b6647b7f">
  <xsd:schema xmlns:xsd="http://www.w3.org/2001/XMLSchema" xmlns:xs="http://www.w3.org/2001/XMLSchema" xmlns:p="http://schemas.microsoft.com/office/2006/metadata/properties" xmlns:ns2="1f6424c7-b46c-4730-a03c-657cbffc3437" xmlns:ns3="370159ea-8a26-4fa8-a627-5b0d5e426c81" targetNamespace="http://schemas.microsoft.com/office/2006/metadata/properties" ma:root="true" ma:fieldsID="ebb7b0329043561acd432ebe95639abc" ns2:_="" ns3:_="">
    <xsd:import namespace="1f6424c7-b46c-4730-a03c-657cbffc3437"/>
    <xsd:import namespace="370159ea-8a26-4fa8-a627-5b0d5e426c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6424c7-b46c-4730-a03c-657cbffc34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c4e55627-389c-40b3-ae15-d813354d206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0159ea-8a26-4fa8-a627-5b0d5e426c8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97490444-b5bb-42a8-b2c3-9185c8447f0e}" ma:internalName="TaxCatchAll" ma:showField="CatchAllData" ma:web="370159ea-8a26-4fa8-a627-5b0d5e426c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f6424c7-b46c-4730-a03c-657cbffc3437">
      <Terms xmlns="http://schemas.microsoft.com/office/infopath/2007/PartnerControls"/>
    </lcf76f155ced4ddcb4097134ff3c332f>
    <TaxCatchAll xmlns="370159ea-8a26-4fa8-a627-5b0d5e426c81" xsi:nil="true"/>
  </documentManagement>
</p:properties>
</file>

<file path=customXml/itemProps1.xml><?xml version="1.0" encoding="utf-8"?>
<ds:datastoreItem xmlns:ds="http://schemas.openxmlformats.org/officeDocument/2006/customXml" ds:itemID="{CFB87649-5FBC-435D-B5F0-F669B745AE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BD8E95E-1FCC-484E-A85C-A06AA35215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f6424c7-b46c-4730-a03c-657cbffc3437"/>
    <ds:schemaRef ds:uri="370159ea-8a26-4fa8-a627-5b0d5e426c8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D3689C-D73D-4B42-BF22-C2DF4DBA87F0}">
  <ds:schemaRefs>
    <ds:schemaRef ds:uri="http://schemas.microsoft.com/office/2006/metadata/properties"/>
    <ds:schemaRef ds:uri="http://schemas.microsoft.com/office/infopath/2007/PartnerControls"/>
    <ds:schemaRef ds:uri="1f6424c7-b46c-4730-a03c-657cbffc3437"/>
    <ds:schemaRef ds:uri="370159ea-8a26-4fa8-a627-5b0d5e426c8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Freestyle Script</vt:lpstr>
      <vt:lpstr>Tahoma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Songnam Saraphai</dc:creator>
  <cp:lastModifiedBy>Pann Ei Ko Ko</cp:lastModifiedBy>
  <cp:revision>56</cp:revision>
  <dcterms:created xsi:type="dcterms:W3CDTF">2024-05-23T09:36:53Z</dcterms:created>
  <dcterms:modified xsi:type="dcterms:W3CDTF">2025-05-23T05:54:36Z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0x010100E9C67ECBDBE2B0448B880705BE94987C</vt:lpwstr>
  </property>
</Properties>
</file>