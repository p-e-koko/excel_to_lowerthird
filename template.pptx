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9" r:id="rId2"/>
  </p:sldIdLst>
  <p:sldSz cx="18288000" cy="10287000"/>
  <p:notesSz cx="6858000" cy="9144000"/>
  <p:embeddedFontLst>
    <p:embeddedFont>
      <p:font typeface="Anton" pitchFamily="2" charset="0"/>
      <p:regular r:id="rId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B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 autoAdjust="0"/>
    <p:restoredTop sz="94521" autoAdjust="0"/>
  </p:normalViewPr>
  <p:slideViewPr>
    <p:cSldViewPr>
      <p:cViewPr varScale="1">
        <p:scale>
          <a:sx n="58" d="100"/>
          <a:sy n="58" d="100"/>
        </p:scale>
        <p:origin x="442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font" Target="fonts/font1.fntdata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44D95-EE7B-96E6-747B-7E116D4A1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5BE49B4-04A8-EDD6-A60B-4AC57762C1C6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ED7C1AD-B52C-60B4-B6F4-2B3CD9143D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7850"/>
            <a:ext cx="18440400" cy="10372725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997F092D-C49B-6519-D519-5EB79E5DD229}"/>
              </a:ext>
            </a:extLst>
          </p:cNvPr>
          <p:cNvSpPr txBox="1"/>
          <p:nvPr/>
        </p:nvSpPr>
        <p:spPr>
          <a:xfrm>
            <a:off x="2916370" y="7769973"/>
            <a:ext cx="10571029" cy="7789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0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Name</a:t>
            </a:r>
            <a:endParaRPr lang="en-US" sz="40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040829AF-DF85-7735-886C-73EE9EE1C51C}"/>
              </a:ext>
            </a:extLst>
          </p:cNvPr>
          <p:cNvSpPr txBox="1"/>
          <p:nvPr/>
        </p:nvSpPr>
        <p:spPr>
          <a:xfrm>
            <a:off x="2916371" y="8724900"/>
            <a:ext cx="3267846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Graduands</a:t>
            </a:r>
          </a:p>
        </p:txBody>
      </p:sp>
    </p:spTree>
    <p:extLst>
      <p:ext uri="{BB962C8B-B14F-4D97-AF65-F5344CB8AC3E}">
        <p14:creationId xmlns:p14="http://schemas.microsoft.com/office/powerpoint/2010/main" val="16554906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2</Words>
  <Application>Microsoft Office PowerPoint</Application>
  <PresentationFormat>Custom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Anton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Banner Livestream</dc:title>
  <cp:lastModifiedBy>Pann Ei Ko Ko</cp:lastModifiedBy>
  <cp:revision>4</cp:revision>
  <dcterms:created xsi:type="dcterms:W3CDTF">2006-08-16T00:00:00Z</dcterms:created>
  <dcterms:modified xsi:type="dcterms:W3CDTF">2026-05-22T04:28:32Z</dcterms:modified>
  <dc:identifier>DAHKDZ-3pKg</dc:identifier>
</cp:coreProperties>
</file>