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60" r:id="rId2"/>
  </p:sldIdLst>
  <p:sldSz cx="18288000" cy="10287000"/>
  <p:notesSz cx="6858000" cy="9144000"/>
  <p:embeddedFontLst>
    <p:embeddedFont>
      <p:font typeface="Anton" pitchFamily="2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B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 autoAdjust="0"/>
    <p:restoredTop sz="94521" autoAdjust="0"/>
  </p:normalViewPr>
  <p:slideViewPr>
    <p:cSldViewPr>
      <p:cViewPr varScale="1">
        <p:scale>
          <a:sx n="58" d="100"/>
          <a:sy n="58" d="100"/>
        </p:scale>
        <p:origin x="442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23A26B-062E-451B-B2EE-8F55535F5D99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065BB9-1F73-4B2D-B959-ECBBCB2FB4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903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35EDA-5E40-904C-C862-235EF3CD4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Name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Department</a:t>
            </a:r>
          </a:p>
        </p:txBody>
      </p:sp>
    </p:spTree>
    <p:extLst>
      <p:ext uri="{BB962C8B-B14F-4D97-AF65-F5344CB8AC3E}">
        <p14:creationId xmlns:p14="http://schemas.microsoft.com/office/powerpoint/2010/main" val="33398524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</Words>
  <Application>Microsoft Office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Calibri</vt:lpstr>
      <vt:lpstr>Aptos</vt:lpstr>
      <vt:lpstr>Anton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Banner Livestream</dc:title>
  <cp:lastModifiedBy>Pann Ei Ko Ko</cp:lastModifiedBy>
  <cp:revision>8</cp:revision>
  <dcterms:created xsi:type="dcterms:W3CDTF">2006-08-16T00:00:00Z</dcterms:created>
  <dcterms:modified xsi:type="dcterms:W3CDTF">2026-05-22T09:50:27Z</dcterms:modified>
  <dc:identifier>DAHKDZ-3pKg</dc:identifier>
</cp:coreProperties>
</file>